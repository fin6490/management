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Optimisation — Preliminary Planning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Draft estimates pending formal diagram analysis</a:t>
            </a:r>
          </a:p>
          <a:p>
            <a:pPr>
              <a:defRPr sz="1800"/>
            </a:pPr>
            <a:r>
              <a:t>Figures below are indicative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Hub Network — Preliminary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hub network is densely interconnected</a:t>
            </a:r>
          </a:p>
          <a:p>
            <a:pPr>
              <a:defRPr sz="1800"/>
            </a:pPr>
            <a:r>
              <a:t>Preliminary estimate: 2–3 oversight stations should dominate the network</a:t>
            </a:r>
          </a:p>
          <a:p>
            <a:pPr>
              <a:defRPr sz="1800"/>
            </a:pPr>
            <a:r>
              <a:t>A handful of high-connectivity hubs likely suffice</a:t>
            </a:r>
          </a:p>
          <a:p>
            <a:pPr>
              <a:defRPr sz="1800"/>
            </a:pPr>
            <a:r>
              <a:t>NOTE: not yet validated against the current diagram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Expansion Network — Preliminary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expansion network appears to split cleanly into two halves</a:t>
            </a:r>
          </a:p>
          <a:p>
            <a:pPr>
              <a:defRPr sz="1800"/>
            </a:pPr>
            <a:r>
              <a:t>Preliminary capacity estimate: ~14 eligible sites (half of 28)</a:t>
            </a:r>
          </a:p>
          <a:p>
            <a:pPr>
              <a:defRPr sz="1800"/>
            </a:pPr>
            <a:r>
              <a:t>Assumes a clean two-sided structure</a:t>
            </a:r>
          </a:p>
          <a:p>
            <a:pPr>
              <a:defRPr sz="1800"/>
            </a:pPr>
            <a:r>
              <a:t>NOTE: superseded by diagram analysis under Policy 9.5 if different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